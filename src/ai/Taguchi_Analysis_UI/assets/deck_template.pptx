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c7d3abd-0351-da8f-be2d-4ec24275b4cd}">
          <p14:sldIdLst>
            <p14:sldId id="256"/>
            <p14:sldId id="257"/>
          </p14:sldIdLst>
        </p14:section>
        <p14:section name="Design" id="{21538a9a-063f-41b5-a598-78ecb27867f9}">
          <p14:sldIdLst>
            <p14:sldId id="258"/>
          </p14:sldIdLst>
        </p14:section>
        <p14:section name="Results" id="{873011a5-e1be-6374-eb15-951866cc70e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Implications" id="{dbf43f47-375a-dd2d-b609-72400d1efd2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Taguchi L9 · rotating bubbler · EcoFlex 00-30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tomisation Ink">
  <a:themeElements>
    <a:clrScheme name="Atomisation Ink">
      <a:dk1>
        <a:srgbClr val="1B2630"/>
      </a:dk1>
      <a:lt1>
        <a:srgbClr val="FFFFFF"/>
      </a:lt1>
      <a:dk2>
        <a:srgbClr val="22313F"/>
      </a:dk2>
      <a:lt2>
        <a:srgbClr val="EEF2F4"/>
      </a:lt2>
      <a:accent1>
        <a:srgbClr val="E07A3F"/>
      </a:accent1>
      <a:accent2>
        <a:srgbClr val="2A9D8F"/>
      </a:accent2>
      <a:accent3>
        <a:srgbClr val="7B6CB0"/>
      </a:accent3>
      <a:accent4>
        <a:srgbClr val="9AA5AD"/>
      </a:accent4>
      <a:accent5>
        <a:srgbClr val="C9D3D9"/>
      </a:accent5>
      <a:accent6>
        <a:srgbClr val="F2C14E"/>
      </a:accent6>
      <a:hlink>
        <a:srgbClr val="2A9D8F"/>
      </a:hlink>
      <a:folHlink>
        <a:srgbClr val="7B6CB0"/>
      </a:folHlink>
    </a:clrScheme>
    <a:fontScheme name="Atomisation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Rotating-bubbler atomisation: Taguchi L9 results</dc:title>
  <dc:subject>PptxGenJS Presentation</dc:subject>
  <dc:creator>Ben Schofield</dc:creator>
  <cp:lastModifiedBy>Ben Schofield</cp:lastModifiedBy>
  <cp:revision>1</cp:revision>
  <dcterms:created xsi:type="dcterms:W3CDTF">2026-10-07T09:36:12Z</dcterms:created>
  <dcterms:modified xsi:type="dcterms:W3CDTF">2026-10-07T09:36:12Z</dcterms:modified>
</cp:coreProperties>
</file>